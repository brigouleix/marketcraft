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maquettes MarketCraft — marketplace artisanale, version sans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d'accueil : héro, catégories, produits tendance, boutiques à la 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Catalogue avec filtres catégorie, prix, note et tri.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produit : galerie, stock, quantité, onglets description / avis / livraison.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 au panier : drawer latéral avec quantités et total estimé.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panier : progression livraison gratuite, résumé de commande.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Checkout : adresse de livraison + résumé.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Confirmation de commande avec numéro et prochaines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Annuaire des boutiques artisanales.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publique d'une boutique : bannière, à propos, produits.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de 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Inscription avec choix de rôle acheteur / artisan et force du mot de 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 acheteur : informations, commandes, accès statistiques.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Statistiques acheteur : KPIs, dépenses mensuelles, catégories préférées.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vendeur : CA, commandes, produits, paramètres boutique.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2026-07-14T00:35:25Z</dcterms:created>
  <dcterms:modified xsi:type="dcterms:W3CDTF">2026-07-14T00:35:25Z</dcterms:modified>
</cp:coreProperties>
</file>